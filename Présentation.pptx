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C31A3C-6D2E-A675-62E0-887A85308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31A018-E0F7-56C3-575A-1AB14900F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28247D-2D7A-33A8-017D-C68CF098D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F8038-F39A-47C8-AD40-247D2A4A9EAB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6504ED-750A-5D16-09B1-CBCADC6E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CC3813-956E-81A4-5F23-8ECFE00FD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9E69-0ECE-4A61-B573-44E550825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5875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A736E7-B075-7CA9-85A7-512A54A1B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96567A-1CDF-1C76-7EFB-823500607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AEDC6D-2326-8B1C-DE2E-05A48714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F8038-F39A-47C8-AD40-247D2A4A9EAB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6AFF01-1DD6-6723-CF22-71A899117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D0733F-0E6F-F04B-2572-F4AD1B41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9E69-0ECE-4A61-B573-44E550825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6921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27B515-5EF2-BBB2-6BDA-EBBB55592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A95CDD-6DB6-2703-66C8-CC425F5B3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03A71A-7D9B-B447-0D58-74B655061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F8038-F39A-47C8-AD40-247D2A4A9EAB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C7AD42-EC9E-9E21-4D40-39BCB0843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959577-6F19-5B53-D095-619C85909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9E69-0ECE-4A61-B573-44E550825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9568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8BA36F-84AE-4CD5-BF7D-D7017BB0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49BB1E-2C2C-53D5-A1F4-34766B728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83BFE7-18A1-0290-0341-8A6D2E31E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95F2EE-54EA-55A6-59DB-5D5F2257B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F8038-F39A-47C8-AD40-247D2A4A9EAB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D41136-0852-8A5B-C489-637B9C046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FEE7-3AAD-7B4A-CBFC-52845345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9E69-0ECE-4A61-B573-44E550825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039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796FDF-1C7F-0FFF-289C-1653EB32E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B767B6-E4FC-890D-AA44-D5339D5B0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BFA2C42-E8BD-3028-6F4A-FCA504098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165FB1F-2AD6-219A-685A-6F50C2EFB5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1D7AA23-2F16-4756-DE60-39C5E06795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9ADDCC1-3CE3-F6EF-D9A6-1AD9C8C3D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F8038-F39A-47C8-AD40-247D2A4A9EAB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21C2EDF-098F-E5B5-61E1-E526DD0B6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4E326A0-CFCF-D3D8-E9A1-DFFB81CC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9E69-0ECE-4A61-B573-44E550825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682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930D21-CC0D-1F7C-D1AC-164E3261D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FD9A546-8559-4750-0B90-B4E7974A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F8038-F39A-47C8-AD40-247D2A4A9EAB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D158CD1-2836-2E2C-D9FB-546D84126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2F4FBE-39A8-0035-AA09-30D490B74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9E69-0ECE-4A61-B573-44E550825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4992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F40D6E7-7C29-21B5-D88E-181712405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F8038-F39A-47C8-AD40-247D2A4A9EAB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EBC118A-C200-64F4-9182-481807690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BA0E31-FEF5-4291-DA05-A4D1F85A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9E69-0ECE-4A61-B573-44E550825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9170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1680E-A6DB-11BA-3E8A-1EF9C9281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0156D1-8E47-B15E-C742-14C7703A3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5959BBA-4446-252A-733A-C0A959135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91319D4-A6CB-4064-0B4E-00E7C65EB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F8038-F39A-47C8-AD40-247D2A4A9EAB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5E7ED2-E9D1-486C-7A49-82396367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21087C-3E97-0334-BD54-091BD1942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9E69-0ECE-4A61-B573-44E550825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778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4FBBB7-8DE8-A8FA-DEAF-F44DDD691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99F8D35-77FE-8BA4-4C52-E6FEA5B231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5189CF-1F17-B3F3-7453-60A0F63D7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38334B-ABA2-AD2D-2C22-FABC47C32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F8038-F39A-47C8-AD40-247D2A4A9EAB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9B5806-40C8-F990-C385-B5D51090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2955B6-72EC-C835-FC16-98B2F546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9E69-0ECE-4A61-B573-44E550825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5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CA04E3-1982-948E-7324-91DDCC49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CAA2E30-8635-579E-AB7D-2AE9F5BB8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8FC931-DBEA-FD30-B194-69FEEBF7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F8038-F39A-47C8-AD40-247D2A4A9EAB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815659-8F54-37B2-4A70-FDAEC2E15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7AA86A-7210-F271-F72B-6049AD83E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9E69-0ECE-4A61-B573-44E550825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593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E1CDB6E-1D9C-E40E-646B-82A6B71203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CD90A21-4D11-5688-CC64-8D1BB7A2E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FA923E-BBEB-D7F0-FADA-95AD0F2D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F8038-F39A-47C8-AD40-247D2A4A9EAB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B31A0F-0E87-C379-253A-501C27123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7554E4-E9AF-8277-A0E7-F6A920D5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9E69-0ECE-4A61-B573-44E550825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5224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E4003C1-C701-A1B2-43F7-97E0986C0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C2756F-25B9-93D7-9FD1-83587C4E8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6C906B-43D4-2512-CA69-07665D7470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F8038-F39A-47C8-AD40-247D2A4A9EAB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18A029-B371-8971-FF01-2B77150F2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119C32-38AA-D616-378A-526C81C4E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99E69-0ECE-4A61-B573-44E550825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654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5F145-903F-FDFA-5C17-5AEFB6A9F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Recherche et récupération automatique des enjeux patrimoniaux en lien avec la gestion forestière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34729A-825C-B1A6-D517-05BDB73B4B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Ninon Delattre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Adèle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Desaint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Sylvain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Giraudo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Cyril Guillaumant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Louise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Rovel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 descr="Une image contenant Police, Graphique, graphisme, logo&#10;&#10;Description générée automatiquement">
            <a:extLst>
              <a:ext uri="{FF2B5EF4-FFF2-40B4-BE49-F238E27FC236}">
                <a16:creationId xmlns:a16="http://schemas.microsoft.com/office/drawing/2014/main" id="{A09BB77C-8E99-ABBD-2B99-3F38423CF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587" y="5471432"/>
            <a:ext cx="355282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9065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23</Words>
  <Application>Microsoft Office PowerPoint</Application>
  <PresentationFormat>Grand écran</PresentationFormat>
  <Paragraphs>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Thème Office</vt:lpstr>
      <vt:lpstr>Recherche et récupération automatique des enjeux patrimoniaux en lien avec la gestion forestière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Cyril Guillaumant</dc:creator>
  <cp:lastModifiedBy>Cyril Guillaumant</cp:lastModifiedBy>
  <cp:revision>4</cp:revision>
  <dcterms:created xsi:type="dcterms:W3CDTF">2024-09-12T12:04:17Z</dcterms:created>
  <dcterms:modified xsi:type="dcterms:W3CDTF">2024-09-12T13:15:51Z</dcterms:modified>
</cp:coreProperties>
</file>